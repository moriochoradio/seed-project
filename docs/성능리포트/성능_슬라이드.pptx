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AI-CASA 핵심 모델 성능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정자 현미경 영상 기반 AI 종합 분석 시스템 — SEED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192024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550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탐지 · YOLO11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0.677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mAP@50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VISEM-Tracking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417320"/>
            <a:ext cx="192024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6550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운동성 분석 · Ridge+RF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51760" y="22585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651760" y="3008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MAE (5-Fold, %p)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5176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VISEM (85명)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417320"/>
            <a:ext cx="192024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6550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분석 · EfficientNet-B3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22585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0.725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754880" y="3008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AUC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MHSMA → VISEM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141732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417320"/>
            <a:ext cx="192024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6550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속도 · 배치 최적화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22585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11.9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858000" y="30083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/ 영상 (analyze)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형태추론 53s→1s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기준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운동성·형태 = 내부 검증(5-Fold CV / 홀드아웃 테스트셋) · 정자 수 = 탐지 기반 추정 + 신뢰도 점수(0–100)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연구와의 성능 비교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데이터셋(VISEM)·동일 지표(MAE) 기준 직접 비교</a:t>
            </a:r>
            <a:endParaRPr lang="en-US" sz="1300" dirty="0"/>
          </a:p>
        </p:txBody>
      </p:sp>
      <p:pic>
        <p:nvPicPr>
          <p:cNvPr id="4" name="Image 0" descr="/sessions/vibrant-serene-shannon/mnt/정자운동성분석프로젝트/성능리포트/figures/fig1_motility_m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5146243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23560" y="1371600"/>
            <a:ext cx="31546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23560" y="1371600"/>
            <a:ext cx="82296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5824728" y="148132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운동성 (VISEM, MAE ↓ 우수)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824728" y="1801368"/>
            <a:ext cx="28072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6.9 %p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motilitAI 7.31  &lt;  Challenge 8.83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최고 논문 대비 0.41%p 우수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23560" y="2697480"/>
            <a:ext cx="3154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23560" y="2697480"/>
            <a:ext cx="82296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5824728" y="280720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탐지 (mAP@50)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24728" y="3127248"/>
            <a:ext cx="2807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0.677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motilitAI YOLOv5l ≈ 0.65 (클래스 구성 차이)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23560" y="3749040"/>
            <a:ext cx="3154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23560" y="3749040"/>
            <a:ext cx="82296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5824728" y="3858768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분석 (참고용)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824728" y="4178808"/>
            <a:ext cx="2807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적응 목적 · AUC 0.725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직접 비교 부적합, 임상 현실성 우선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motilitAI (iScience 2022) · VISEM-Tracking (Nature Sci. Data 2023)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AI-CASA 성능</dc:title>
  <dc:subject>PptxGenJS Presentation</dc:subject>
  <dc:creator>Kim Tae-kyung</dc:creator>
  <cp:lastModifiedBy>Kim Tae-kyung</cp:lastModifiedBy>
  <cp:revision>1</cp:revision>
  <dcterms:created xsi:type="dcterms:W3CDTF">2026-06-07T04:59:45Z</dcterms:created>
  <dcterms:modified xsi:type="dcterms:W3CDTF">2026-06-07T04:59:45Z</dcterms:modified>
</cp:coreProperties>
</file>